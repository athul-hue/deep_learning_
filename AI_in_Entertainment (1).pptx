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3A4A9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6326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8252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ASSIGNMENT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4688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Entertainment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and deep learning are reshaping film, music, gaming, and streaming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Topic  |  Freshers Batch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 in Entertainment?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definitions before we dive into 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7F7FB"/>
          </a:solidFill>
          <a:ln w="12700">
            <a:solidFill>
              <a:srgbClr val="E7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0745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(AI)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science of building machines that can perform tasks—like recognizing images, understanding speech, or making decisions—that normally require human intelligence.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7F7FB"/>
          </a:solidFill>
          <a:ln w="12700">
            <a:solidFill>
              <a:srgbClr val="E7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27448" y="192024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53" y="20745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7448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(DL)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7448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machine learning that uses multi-layered artificial neural networks to automatically learn patterns from large amounts of data, such as video, audio, or text.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66176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7F7FB"/>
          </a:solidFill>
          <a:ln w="12700">
            <a:solidFill>
              <a:srgbClr val="E7E7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86216" y="192024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icons/t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521" y="20745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86216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Entertainment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86216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AI/DL techniques—recommendation engines, generative models, computer vision—to create, personalize, and deliver movies, music, games, and shows.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Entertainment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2377440"/>
            <a:ext cx="1280160" cy="12801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665476"/>
            <a:ext cx="704088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9319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Film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Effects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617720" y="68580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4892040" y="5303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CGI &amp; De-aging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92040" y="89611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digitally de-age or resurrect actors (e.g., young Luke Skywalker, digital doubles) with realistic facial detail.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210312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9476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 &amp; Face Synthesis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92040" y="231343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generate photorealistic faces and voices used for dubbing, VFX, and localization—raising ethical concerns discussed later.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17720" y="35204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33649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Editing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92040" y="373075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footage to auto-select best takes, cut trailers, and match scenes to music beats, cutting editing time drastically.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17720" y="49377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478231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&amp; Story Analysis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514807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predict box-office potential and flag pacing issues by analyzing thousands of past scripts.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the Music Industry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composition to mastering to discovery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FF3F3"/>
          </a:solidFill>
          <a:ln w="12700">
            <a:solidFill>
              <a:srgbClr val="FA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0745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Composition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AIVA and Google's MusicLM generate original scores and melodies by learning from vast catalogs of music.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FF3F3"/>
          </a:solidFill>
          <a:ln w="12700">
            <a:solidFill>
              <a:srgbClr val="FADC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27448" y="192024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53" y="20745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7448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Mastering &amp; Mixing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7448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LANDR use deep learning to automatically master tracks, matching studio-quality sound in minutes.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66176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FF3F3"/>
          </a:solidFill>
          <a:ln w="12700">
            <a:solidFill>
              <a:srgbClr val="FADC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86216" y="192024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521" y="20745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86216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Discovery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86216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Spotify's recommendation engine uses neural networks on listening history to build Discover Weekly playlists.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Entertainment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2377440"/>
            <a:ext cx="1280160" cy="12801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4" name="Image 0" descr="icons/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956" y="2665476"/>
            <a:ext cx="704088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Gaming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68580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303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Non-Player Character (NPC) Behavior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89611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gives NPCs adaptive, human-like decision-making instead of scripted patterns.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476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 Content Generation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23134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game levels, terrain, and quests on the fly, as seen in No Man's Sky, extending replay value.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3649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Difficulty Adjustment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373075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track player performance in real time and tune difficulty for a balanced, engaging experience.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93776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7823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Superhuman Game AI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514807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DeepMind's AlphaStar and OpenAI Five learned to beat professional players in StarCraft II and Dota 2.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Streaming &amp;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platforms decide what you watch or hear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icons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20551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7452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 analyze billions of watch-time, click, and rating signals to predict what each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most likely to enjoy next — powering the recommendation rows on Netflix, YouTube, and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home screens.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5204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7490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14400" y="4663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Netflix views come from AI recommendations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35204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37490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1B+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4663440" y="4663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watched monthly guided by YouTube's 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5204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7490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40M+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412480" y="4663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personalized daily by Spotify's algorithms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Entertainment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7F7FB"/>
          </a:solidFill>
          <a:ln w="12700">
            <a:solidFill>
              <a:srgbClr val="E7E7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177965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276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Irishman (2019)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Light &amp; Magic used AI-assisted de-aging to digitally de-age Robert De Niro and Al Pacino across decades.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7F7FB"/>
          </a:solidFill>
          <a:ln w="12700">
            <a:solidFill>
              <a:srgbClr val="E7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icons/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971" y="177965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276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Suno &amp; AIVA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9224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tools compose full songs and film scores from text prompts in seconds.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7F7FB"/>
          </a:solidFill>
          <a:ln w="12700">
            <a:solidFill>
              <a:srgbClr val="E7E7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2" descr="icons/gamep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438569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336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AlphaStar (DeepMind)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2960" y="4983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reinforcement learning agent reached Grandmaster level in StarCraft II against pro players.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97764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7F7FB"/>
          </a:solidFill>
          <a:ln w="12700">
            <a:solidFill>
              <a:srgbClr val="E7E7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92240" y="42519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3" descr="icons/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71" y="4385691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42336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 Recommendation Engine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92240" y="4983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personalize thumbnails and rows for over 260 million subscribers worldwide.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Entertainment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AI in Entertainment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3A4A96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11" y="19168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at Scale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tailored content recommendations to millions of users simultaneously.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3A4A96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1783080"/>
            <a:ext cx="594360" cy="5943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331" y="19168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Production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1188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editing, VFX, and mastering, cutting turnaround time and cost.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3A4A96"/>
          </a:solidFill>
          <a:ln/>
        </p:spPr>
      </p:sp>
      <p:sp>
        <p:nvSpPr>
          <p:cNvPr id="14" name="Shape 10"/>
          <p:cNvSpPr/>
          <p:nvPr/>
        </p:nvSpPr>
        <p:spPr>
          <a:xfrm>
            <a:off x="6446520" y="1783080"/>
            <a:ext cx="594360" cy="5943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5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251" y="191681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Creative Tools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0080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artists AI co-creators for music, art, and story ideas beyond human limits alone.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91540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3A4A96"/>
          </a:solidFill>
          <a:ln/>
        </p:spPr>
      </p:sp>
      <p:sp>
        <p:nvSpPr>
          <p:cNvPr id="19" name="Shape 14"/>
          <p:cNvSpPr/>
          <p:nvPr/>
        </p:nvSpPr>
        <p:spPr>
          <a:xfrm>
            <a:off x="9235440" y="1783080"/>
            <a:ext cx="594360" cy="5943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171" y="1916811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Accessibility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18972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dubbing and captioning make content available across languages instantly.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Ethical Concerns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FFF3F3"/>
          </a:solidFill>
          <a:ln w="12700">
            <a:solidFill>
              <a:srgbClr val="FA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s/m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19168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514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 Misuse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synthetic media can spread misinformation or be used without an actor's consent.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FFF3F3"/>
          </a:solidFill>
          <a:ln w="12700">
            <a:solidFill>
              <a:srgbClr val="FADC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1880" y="1783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611" y="19168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514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Displacement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editing and generative tools threaten roles in animation, VFX, and session music.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61264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FFF3F3"/>
          </a:solidFill>
          <a:ln w="12700">
            <a:solidFill>
              <a:srgbClr val="FADCD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783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531" y="191681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514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&amp; Ownership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unclear who owns AI-generated music, art, or scripts trained on copyrighted material.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891540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FFF3F3"/>
          </a:solidFill>
          <a:ln w="12700">
            <a:solidFill>
              <a:srgbClr val="FADCD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89720" y="1783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451" y="1916811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0" y="2514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in Recommendations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14400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algorithms can create filter bubbles or unfairly favor certain content.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Entertainment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6326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4" name="Image 0" descr="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59" y="72351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5760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deep learning are no longer background tools — they actively shape how films are made, how music is composed, how games respond to us, and what we watch next. Used responsibly, AI can amplify human creativity; unchecked, it raises real questions of authenticity, ownership, and jobs. The future of entertainment will be defined by how well studios balance automation with human artistry.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0" y="1463040"/>
            <a:ext cx="4754880" cy="4846320"/>
          </a:xfrm>
          <a:prstGeom prst="roundRect">
            <a:avLst>
              <a:gd name="adj" fmla="val 2308"/>
            </a:avLst>
          </a:prstGeom>
          <a:solidFill>
            <a:srgbClr val="3A4A96"/>
          </a:solidFill>
          <a:ln/>
        </p:spPr>
      </p:sp>
      <p:sp>
        <p:nvSpPr>
          <p:cNvPr id="8" name="Shape 5"/>
          <p:cNvSpPr/>
          <p:nvPr/>
        </p:nvSpPr>
        <p:spPr>
          <a:xfrm>
            <a:off x="7178040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84" y="190652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178040" y="2423160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Technology Blog — "Recommending for Long-Term Member Satisfaction," netflixtechblog.com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— "AlphaStar: Grandmaster level in StarCraft II," deepmind.google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Engineering — "Discover Weekly: How it Works," engineering.atspotify.com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AIVA Technologies — aiva.ai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AI — suno.com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Technology Review — coverage on deepfakes and generative media, technologyreview.com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2026-08-07T08:01:04Z</dcterms:created>
  <dcterms:modified xsi:type="dcterms:W3CDTF">2026-08-07T08:01:04Z</dcterms:modified>
</cp:coreProperties>
</file>